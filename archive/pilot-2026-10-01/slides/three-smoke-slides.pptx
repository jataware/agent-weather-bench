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2"/>
    <p:sldId id="272" r:id="rId23"/>
    <p:sldId id="273" r:id="rId24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results/smoke-summary.json and runs/smoke-v3. Models and all raw traces are recorded. Do not infer a universal capability threshold from one small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weighted leaderboard. Initial infrastructure-aborted attempts are excluded and preserved separately. Agent cost excludes judge/setup cost. Check count includes artifacts, provenance, data aggregation, valid probabilities and reproduction.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Saved state refers to the initial attempt. A follow-up after an incomplete initial attempt measures recovery, not reuse of a working forecast. Direct saved-predictor timing is in results/direct-reuse-timing.json and includes container startup/cleanup. It is distinct from conversational follow-up cost. Do not imply that only ACCORD can save code or that two verification years establish probabilistic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11111"/>
                </a:solidFill>
                <a:latin typeface="Calibri"/>
              </a:defRPr>
            </a:pPr>
            <a:r>
              <a:t>Can a coding agent build a seasonal forecast workflow?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ACCORD weather pilot · development smoke · 1 Oct 2026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960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Calibri"/>
              </a:defRPr>
            </a:pPr>
            <a:r>
              <a:t>September-issued OND rainfall in a Kenyan study box.</a:t>
            </a:r>
          </a:p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Calibri"/>
              </a:defRPr>
            </a:pPr>
            <a:r>
              <a:t>Aggregate monthly inputs, fit a calibration, save the fitted model, and produce a new forecast.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11064240" cy="159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80260"/>
                <a:gridCol w="2080260"/>
                <a:gridCol w="2080260"/>
                <a:gridCol w="2080260"/>
              </a:tblGrid>
              <a:tr h="53035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Scratch model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Checks passed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Tokens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Fable 5.1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236,218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$4.38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9.6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  <a:tr h="530353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Haiku 4.5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6/12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473,419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$0.60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4.3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Calibri"/>
              </a:defRPr>
            </a:pPr>
            <a:r>
              <a:t>Neither scratch model completed its initial attempt. Fable later reached 11/12 checks using saved work; this pilot does not establish a model capability threshold.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532120"/>
            <a:ext cx="1106424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Same inputs and attempt limits. One attempt per condition: an illustration, not a general model ranking.</a:t>
            </a:r>
          </a:p>
          <a:p>
            <a:pPr>
              <a:spcAft>
                <a:spcPts val="1200"/>
              </a:spcAft>
              <a:defRPr sz="1300" b="0">
                <a:solidFill>
                  <a:srgbClr val="6B6B6B"/>
                </a:solidFill>
                <a:latin typeface="Calibri"/>
              </a:defRPr>
            </a:pPr>
            <a:r>
              <a:t>Monthly data was supplied; live data discovery and retrieval were not tested.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11111"/>
                </a:solidFill>
                <a:latin typeface="Calibri"/>
              </a:defRPr>
            </a:pPr>
            <a:r>
              <a:t>Do skills and domain libraries reduce the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ACCORD weather pilot · development smoke · 1 Oct 2026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Calibri"/>
              </a:defRPr>
            </a:pPr>
            <a:r>
              <a:t>Same Fable 5.1 model, task, normalized inputs, resources and limits. Only the available domain tools differ.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31720"/>
          <a:ext cx="1106424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280160"/>
                <a:gridCol w="1828800"/>
                <a:gridCol w="1280160"/>
                <a:gridCol w="1554480"/>
                <a:gridCol w="2651760"/>
              </a:tblGrid>
              <a:tr h="53035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Arm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Checks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Tokens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Test RPS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Python only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236,218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$4.38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9.6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Python + Rhiza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11/12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327,196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$4.28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5.7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0.278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Python + ACCORD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0/12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341,771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$4.51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6.0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09160"/>
            <a:ext cx="11064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Calibri"/>
              </a:defRPr>
            </a:pPr>
            <a:r>
              <a:t>Rhiza reached 11/12 checks on the first attempt. ACCORD inspected the libraries but wrote its own calibration and did not complete. No library advantage established.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RPS is lower-is-better; two previously inspected development years, not untouched scientific validation.</a:t>
            </a:r>
          </a:p>
          <a:p>
            <a:pPr>
              <a:spcAft>
                <a:spcPts val="1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Numerical checks, offline replay and an evidence-citing LLM judge assess the outputs.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111111"/>
                </a:solidFill>
                <a:latin typeface="Calibri"/>
              </a:defRPr>
            </a:pPr>
            <a:r>
              <a:t>What survives into the next forecast?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6B6B6B"/>
                </a:solidFill>
                <a:latin typeface="Calibri"/>
              </a:defRPr>
            </a:pPr>
            <a:r>
              <a:t>ACCORD weather pilot · development smoke · 1 Oct 2026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Calibri"/>
              </a:defRPr>
            </a:pPr>
            <a:r>
              <a:t>Fresh conversation, same arm’s saved code, fitted model, data and handoff notes. Apply to a different forecast batch.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31720"/>
          <a:ext cx="1106424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2011680"/>
                <a:gridCol w="3200400"/>
                <a:gridCol w="1828800"/>
              </a:tblGrid>
              <a:tr h="53035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Arm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Saved state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Follow-up checks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Initial → follow-up cost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Follow-up time</a:t>
                      </a:r>
                    </a:p>
                  </a:txBody>
                  <a:tcPr marL="91440" marT="91440">
                    <a:solidFill>
                      <a:srgbClr val="EEEEE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Python only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code only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11/12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$4.38 → $3.65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5.7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Python + Rhiza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model.nc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11/12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$4.28 → $4.20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3.4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Python + ACCORD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code only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1/12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$4.51 → $4.00+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11111"/>
                          </a:solidFill>
                          <a:latin typeface="Calibri"/>
                        </a:defRPr>
                      </a:pPr>
                      <a:r>
                        <a:t>10.0 min</a:t>
                      </a:r>
                    </a:p>
                  </a:txBody>
                  <a:tcPr marL="91440" marT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09160"/>
            <a:ext cx="1106424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11111"/>
                </a:solidFill>
                <a:latin typeface="Calibri"/>
              </a:defRPr>
            </a:pPr>
            <a:r>
              <a:t>Rhiza’s frozen predictor ran the next batch in 1.5 s with zero LLM tokens. Conversational cost barely fell ($4.28 → $4.20); scratch recovered, ACCORD stayed incomplete.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All saved code, models, notes, figures and usage are retained. + marks unrecorded usage from a timed-out request.</a:t>
            </a:r>
          </a:p>
          <a:p>
            <a:pPr>
              <a:spcAft>
                <a:spcPts val="1200"/>
              </a:spcAft>
              <a:defRPr sz="1200" b="0">
                <a:solidFill>
                  <a:srgbClr val="6B6B6B"/>
                </a:solidFill>
                <a:latin typeface="Calibri"/>
              </a:defRPr>
            </a:pPr>
            <a:r>
              <a:t>No fresh-workspace controls; recovery from an incomplete initial attempt is not reuse of a working forecast.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2026-09-30T17:09:01Z</dcterms:created>
  <dcterms:modified xsi:type="dcterms:W3CDTF">2026-09-30T17:09:01Z</dcterms:modified>
</cp:coreProperties>
</file>